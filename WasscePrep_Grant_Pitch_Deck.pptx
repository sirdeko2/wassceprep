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0"/>
            <a:ext cx="11887200" cy="6400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WASSCEPREP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2C39A"/>
                </a:solidFill>
                <a:latin typeface="Calibri"/>
              </a:rPr>
              <a:t>Liberia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The WASSCE Practice &amp; Mock Exam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CE0"/>
                </a:solidFill>
                <a:latin typeface="Calibri"/>
              </a:rPr>
              <a:t>Empowering Liberian students to pass their WASSCE exams — with AI-powered preparation available to every student,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2340"/>
                </a:solidFill>
                <a:latin typeface="Calibri"/>
              </a:rPr>
              <a:t>Grant Funding Proposal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263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D2340"/>
                </a:solidFill>
                <a:latin typeface="Calibri"/>
              </a:rPr>
              <a:t>wassceprep.netlify.app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3832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71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B01F"/>
                </a:solidFill>
                <a:latin typeface="Calibri"/>
              </a:rPr>
              <a:t>&lt;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WASSCE pass rate
across Liberia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3832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B01F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dedicated online
practice platforms
for Liberian students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280160"/>
            <a:ext cx="338328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3716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B01F"/>
                </a:solidFill>
                <a:latin typeface="Calibri"/>
              </a:rPr>
              <a:t>8 subjects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148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tested in WASSCE
— each with 3 papers
and complex formats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54864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478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Students have no way to simulate the real WASSCE experience before exam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24528"/>
            <a:ext cx="54864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06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Essay and structured-answer marking requires expert feedback — unavailable at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82896"/>
            <a:ext cx="54864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64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Rural students can't afford private tutors; school libraries lack past papers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41264"/>
            <a:ext cx="54864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2297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Without consistent practice, students enter the most important exam of their lives underprepared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2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WasscePrep is a full-featured online WASSCE preparation platform built specifically for Liberian secondary school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18288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📝  Practice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CE0"/>
                </a:solidFill>
                <a:latin typeface="Calibri"/>
              </a:rPr>
              <a:t>Unlimited MCQ practice on all 8 subjects. No timer, instant feedback. Free for every student.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474720" cy="18288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214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⏱️  Mock Exam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CE0"/>
                </a:solidFill>
                <a:latin typeface="Calibri"/>
              </a:rPr>
              <a:t>Full timed simulation of all WASSCE papers — Paper 1, 2, and 3 in sequence. Exactly like the real exam.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474720" cy="18288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214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🤖  AI Essay Marking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CE0"/>
                </a:solidFill>
                <a:latin typeface="Calibri"/>
              </a:rPr>
              <a:t>Claude AI marks written answers against the official WASSCE mark scheme, providing detailed feedback within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3474720" cy="18288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24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🎓  AI Tutor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CE0"/>
                </a:solidFill>
                <a:latin typeface="Calibri"/>
              </a:rPr>
              <a:t>Students ask any WASSCE question and get expert, curriculum-aligned answers instantly.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114800"/>
            <a:ext cx="3474720" cy="18288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224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📄  Past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CE0"/>
                </a:solidFill>
                <a:latin typeface="Calibri"/>
              </a:rPr>
              <a:t>Archive of official WASSCE past papers with in-browser PDF viewer and filtering by subject, year, and paper.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114800"/>
            <a:ext cx="3474720" cy="18288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224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libri"/>
              </a:rPr>
              <a:t>📊  Progress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CE0"/>
                </a:solidFill>
                <a:latin typeface="Calibri"/>
              </a:rPr>
              <a:t>Performance charts, subject breakdowns, and improvement trends across all practice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5024" y="1188720"/>
            <a:ext cx="621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828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Create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A5E"/>
                </a:solidFill>
                <a:latin typeface="Calibri"/>
              </a:rPr>
              <a:t>Free registration takes 30 seconds. Students immediately access practice for 3 core subjects.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26187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3611880" y="11887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188720"/>
            <a:ext cx="621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965960"/>
            <a:ext cx="1828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Practice MCQs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060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A5E"/>
                </a:solidFill>
                <a:latin typeface="Calibri"/>
              </a:rPr>
              <a:t>Unlimited timed-free multiple choice questions with instant correct/wrong feedback and explanations.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26187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897879" y="11887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1188720"/>
            <a:ext cx="621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965960"/>
            <a:ext cx="1828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Sit Mock Exams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26060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A5E"/>
                </a:solidFill>
                <a:latin typeface="Calibri"/>
              </a:rPr>
              <a:t>One full timed mock exam per subject per day — all papers in sequence, auto-submitted when time runs out.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126187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8183879" y="11887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1188720"/>
            <a:ext cx="621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19" y="1965960"/>
            <a:ext cx="1828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Get AI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6060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A5E"/>
                </a:solidFill>
                <a:latin typeface="Calibri"/>
              </a:rPr>
              <a:t>Claude AI marks essay answers against official mark schemes and shows strengths, missing points, and model answers.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1261872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469880" y="118872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79024" y="1188720"/>
            <a:ext cx="621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19" y="1965960"/>
            <a:ext cx="18288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Track 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060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A5E"/>
                </a:solidFill>
                <a:latin typeface="Calibri"/>
              </a:rPr>
              <a:t>Visual performance charts show improvement over time. Identify weak subjects and focus revision.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Free tier: 3 subjects, practice only. Paid tier ($5/month): all 8 subjects, mock exams, AI marking,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1B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&amp;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474720" cy="219456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React 18 + Vite
Fully responsive (mobile-first)
Offline PWA with IndexedDB caching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3474720" cy="219456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34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Netlify Serverless Functions
Node.js 18 — no server to maintain
Auto-scales with usage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219456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34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9164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Supabase (PostgreSQL)
Row-level security for all data
Real-time subscriptions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3474720" cy="219456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AI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Anthropic Claude API
Essay marking (claude-sonnet-4)
AI Tutor with rate limiting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3474720" cy="219456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65760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6052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MTN Mobile Money API
Local mobile payment for Liberia
Sandbox → Production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474720" cy="219456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01F"/>
                </a:solidFill>
                <a:latin typeface="Calibri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160520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Netlify CDN (global)
Auto-deploy from GitHub
SSL, custom domain, zero downtime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IMPACT &amp; TARGET BENEFICIARIES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Who benefits: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864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WASSCE candidates in Liberia (~50,000+ students sit the exam annually)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30552"/>
            <a:ext cx="54864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1226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Students in rural communities without access to tutoring centres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60904"/>
            <a:ext cx="54864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5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Students from low-income households who cannot afford exam preparation courses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91256"/>
            <a:ext cx="54864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Teachers who can use the platform for classroom revision and mock exam administration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21608"/>
            <a:ext cx="54864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Parents who want visibility into their child's exam preparation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Year 1 Targets: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600200"/>
            <a:ext cx="50292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B01F"/>
                </a:solidFill>
                <a:latin typeface="Calibri"/>
              </a:rPr>
              <a:t>5,000+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69164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registered 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88920"/>
            <a:ext cx="50292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B01F"/>
                </a:solidFill>
                <a:latin typeface="Calibri"/>
              </a:rPr>
              <a:t>500,000+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88036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MCQ practice attempts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977639"/>
            <a:ext cx="50292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0233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B01F"/>
                </a:solidFill>
                <a:latin typeface="Calibri"/>
              </a:rPr>
              <a:t>50,000+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069079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AI-marked essays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166360"/>
            <a:ext cx="50292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B01F"/>
                </a:solidFill>
                <a:latin typeface="Calibri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25780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projected pass rate improvement
for active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2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MODEL &amp; SUSTAINABILITY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  <a:latin typeface="Calibri"/>
              </a:rPr>
              <a:t>Revenue 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03520" cy="9144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01F"/>
                </a:solidFill>
                <a:latin typeface="Calibri"/>
              </a:rPr>
              <a:t>💳 Student Subscriptions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$5/month for premium access (all subjects, mock exams, AI marking)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5303520" cy="9144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01F"/>
                </a:solidFill>
                <a:latin typeface="Calibri"/>
              </a:rPr>
              <a:t>🏫 School 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278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$50–$200/year per school for bulk student access + teacher admin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5303520" cy="9144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01F"/>
                </a:solidFill>
                <a:latin typeface="Calibri"/>
              </a:rPr>
              <a:t>📋 Past Papers Licensing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251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Revenue-share with WAEC Liberia for official digital paper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3479"/>
            <a:ext cx="5303520" cy="91440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2919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01F"/>
                </a:solidFill>
                <a:latin typeface="Calibri"/>
              </a:rPr>
              <a:t>🤝 Grant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223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Initial 2-year runway from education grants (this proposal)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  <a:latin typeface="Calibri"/>
              </a:rPr>
              <a:t>Cost Control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691640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691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 essay marking is restricted to mock exam mode only — limiting Claude API costs to serious usage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788920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788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 Tutor is rate-limited to 10 questions per 8-hour window per student — preventing runaway usage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886200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886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Serverless architecture means zero cost when platform is idle — no fixed server bills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983479"/>
            <a:ext cx="54864" cy="868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498347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Free tier is MCQ-only (no AI calls) — majority of students served at near-zero marginal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340"/>
                </a:solidFill>
                <a:latin typeface="Calibri"/>
              </a:rPr>
              <a:t>GRANT BUDGET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060704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15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15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Amount (USD)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115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Justification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08760"/>
            <a:ext cx="10607040" cy="53035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270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Platform Hosting &amp;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27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$3,600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5270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Netlify Pro, Supabase Pro, domain, SSL — 2-year operation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57400"/>
            <a:ext cx="10607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0756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Anthropic Claude API Credits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75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$12,000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756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AI essay marking + AI Tutor for 5,000+ students over 2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06039"/>
            <a:ext cx="10607040" cy="53035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6243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Content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24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$8,000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24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Digitising past papers, expanding question bank, model answers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54679"/>
            <a:ext cx="10607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729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MTN MoMo Production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172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$2,000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1729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Business account setup, API production access,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03320"/>
            <a:ext cx="10607040" cy="53035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2160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Student Outreach &amp; 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216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7216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Schools partnerships, social media, student ambassador programme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51960"/>
            <a:ext cx="10607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7024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Technical Development &amp; 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270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$6,000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270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Feature completion, security audit, mobile app wrapper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00600"/>
            <a:ext cx="10607040" cy="53035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18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Monitoring &amp;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8188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$2,400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8188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Impact measurement, pass rate tracking, quarterly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349240"/>
            <a:ext cx="106070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3675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Contingency (10%)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367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$3,900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367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Platform scaling, unexpected API cost overruns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897879"/>
            <a:ext cx="10607040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9253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TOTAL REQUEST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925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01F"/>
                </a:solidFill>
                <a:latin typeface="Calibri"/>
              </a:rPr>
              <a:t>$42,900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59253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2-year operating budget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NOW  |  WHY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5303520" cy="20116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5303520" cy="457200"/>
          </a:xfrm>
          <a:prstGeom prst="rect">
            <a:avLst/>
          </a:prstGeom>
          <a:solidFill>
            <a:srgbClr val="084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234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📶 Internet Penetration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Mobile internet coverage in Liberia reached 68% in 2025. Students can access the platform from a basic smartphone.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20116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084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💰 Affordable Mobile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MTN Mobile Money covers 4.3M+ Liberians. $5/month is achievable for families serious about their child's education.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5303520" cy="20116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5303520" cy="457200"/>
          </a:xfrm>
          <a:prstGeom prst="rect">
            <a:avLst/>
          </a:prstGeom>
          <a:solidFill>
            <a:srgbClr val="084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2043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🤖 AI Became Capable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23359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Anthropic's Claude API now provides WASSCE-quality essay marking at scale — this was impossible 3 years ago.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5303520" cy="20116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303520" cy="457200"/>
          </a:xfrm>
          <a:prstGeom prst="rect">
            <a:avLst/>
          </a:prstGeom>
          <a:solidFill>
            <a:srgbClr val="084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3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⚠️ Education Crisis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59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Post-COVID learning loss and persistent underfunding have made the exam preparation gap wider than ever.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217920"/>
            <a:ext cx="11868912" cy="64008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JOIN US IN CLOSING
LIBERIA'S EXAM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CE0"/>
                </a:solidFill>
                <a:latin typeface="Calibri"/>
              </a:rPr>
              <a:t>Every Liberian student deserves access to the same quality of WASSCE preparation that their urban, well-resourced peers take for granted.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931920"/>
            <a:ext cx="3017520" cy="15544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🌐 Try the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4622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wassceprep.netlify.app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931920"/>
            <a:ext cx="3017520" cy="15544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📧 Contact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44622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sirdeko2@gmail.com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931920"/>
            <a:ext cx="3017520" cy="1554480"/>
          </a:xfrm>
          <a:prstGeom prst="rect">
            <a:avLst/>
          </a:prstGeom>
          <a:solidFill>
            <a:srgbClr val="1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📊 Platform is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4622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 features built &amp; 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453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340"/>
                </a:solidFill>
                <a:latin typeface="Calibri"/>
              </a:rPr>
              <a:t>The platform is built. The need is real. Your funding puts it in the hands of every student who needs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