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9"/>
  </p:normalViewPr>
  <p:slideViewPr>
    <p:cSldViewPr snapToGrid="0" snapToObjects="1">
      <p:cViewPr varScale="1"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5394960"/>
            <a:ext cx="11868912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2C39A"/>
                </a:solidFill>
                <a:latin typeface="Calibri"/>
              </a:rPr>
              <a:t>HOW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WASSCEPREP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CE0"/>
                </a:solidFill>
                <a:latin typeface="Calibri"/>
              </a:rPr>
              <a:t>Your complete guide to passing WASSCE with the help of AI practice, mock exams, and expert marking.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Student Walkthrough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2C39A"/>
                </a:solidFill>
                <a:latin typeface="Calibri"/>
              </a:rPr>
              <a:t>wassceprep.netlify.app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WASSCEPREP?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0D2340"/>
                </a:solidFill>
                <a:latin typeface="Calibri"/>
              </a:rPr>
              <a:t>WasscePrep</a:t>
            </a:r>
            <a:r>
              <a:rPr sz="1700" b="0" i="0" dirty="0">
                <a:solidFill>
                  <a:srgbClr val="0D2340"/>
                </a:solidFill>
                <a:latin typeface="Calibri"/>
              </a:rPr>
              <a:t> is a</a:t>
            </a:r>
            <a:r>
              <a:rPr lang="en-US" sz="1700" dirty="0">
                <a:solidFill>
                  <a:srgbClr val="0D2340"/>
                </a:solidFill>
                <a:latin typeface="Calibri"/>
              </a:rPr>
              <a:t>n</a:t>
            </a:r>
            <a:r>
              <a:rPr sz="1700" b="0" i="0" dirty="0">
                <a:solidFill>
                  <a:srgbClr val="0D2340"/>
                </a:solidFill>
                <a:latin typeface="Calibri"/>
              </a:rPr>
              <a:t> online platform that helps Liberian students prepare for the WASSCE exam through: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📝 Practice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Unlimited MCQ practice on Paper 1 for all 8 subjects. No timer. Instant feedback. Always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4864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⏱ Mock Exam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Full timed replica of the real WASSCE — all papers, all timers. Get AI-marked feedback on your essays.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54864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🎓 AI Tutor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Ask any WASSCE question. Our AI tutor explains concepts, solves problems, and gives curriculum-aligned answers.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54864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📄 Past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Browse and read official WASSCE past exam papers. Filter by subject, year, and paper number.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54864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77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📊 Progress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See your scores improve over time. Identify your weak subjects and focus your revision.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7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1 — CREATE YOUR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A060"/>
                </a:solidFill>
                <a:latin typeface="Calibri"/>
              </a:rPr>
              <a:t>How to register: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65506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7335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Go to wassceprep.netlify.app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13432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2322576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4086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Click 'Register' or 'Get Started'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80944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2990087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0837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 your name, email address, and a password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648456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3657600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75887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Tick the box to agree to the Terms of Service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315968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4325112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43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Click 'Create Account'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499262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109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Check your email for a verification link and click it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650992"/>
            <a:ext cx="502920" cy="502920"/>
          </a:xfrm>
          <a:prstGeom prst="ellipse">
            <a:avLst/>
          </a:prstGeom>
          <a:solidFill>
            <a:srgbClr val="02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" y="5660136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7842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Log in — you now have a FREE account!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143000"/>
            <a:ext cx="5303520" cy="512064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A060"/>
                </a:solidFill>
                <a:latin typeface="Calibri"/>
              </a:rPr>
              <a:t>FREE Account Includes: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83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Practice Mode for 3 subjects
(Mathematics, English, Biology)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3288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Unlimited MCQ practice sessions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82696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Instant correct/wrong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3250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Access to Past Papers archive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8231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AI Tutor (10 questions per 8 hours)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69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B01F"/>
                </a:solidFill>
                <a:latin typeface="Calibri"/>
              </a:rPr>
              <a:t>💡 Upgrade to Premium ($5/mo) for all 8 subjects, mock exams, AI-marked essays, and full explanations.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2 — PRACTICE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0F0EC"/>
                </a:solidFill>
                <a:latin typeface="Calibri"/>
              </a:rPr>
              <a:t>📝  Paper 1 MCQ only  •  No timer  •  Unlimited attempts  •  Instant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340"/>
                </a:solidFill>
                <a:latin typeface="Calibri"/>
              </a:rPr>
              <a:t>How to start a practice session: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1. Go to 'Mock &amp; Practice'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Click the blue navigation button in the top menu.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394960" cy="105156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2. Choose your subject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Pick from Mathematics, English Language, Biology (free) or any of the 8 subjects (premium).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3. Click 'Practice'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blue 'Practice' button starts an untimed MCQ session.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34640"/>
            <a:ext cx="5394960" cy="105156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283464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4. Answer each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Click one of the 4 options (A, B, C, D). You can take as long as you need — no timer!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096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5. See your result instantly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After each answer, the correct answer is revealed with a colour highlight.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23360"/>
            <a:ext cx="5394960" cy="105156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096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6. Read the 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Premium users see a written explanation. Free users can upgrade to unlock these.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12080"/>
            <a:ext cx="5394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21208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5285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340"/>
                </a:solidFill>
                <a:latin typeface="Calibri"/>
              </a:rPr>
              <a:t>7. Finish and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At the end, see your total score, which questions you got right/wrong, and overall percentage.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00800"/>
            <a:ext cx="106070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64282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💡 TIP: Practice as many times as you like — every attempt trains your brain. Try all subjects daily for the best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B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3 — MOCK EXAM MODE  [PREMIUM]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B01F"/>
                </a:solidFill>
                <a:latin typeface="Calibri"/>
              </a:rPr>
              <a:t>⚠️  IMPORTANT: You can only sit each mock exam ONCE per day per subject. It resets at midnight.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What happens in a mock exam: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04872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2414015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A0"/>
                </a:solidFill>
                <a:latin typeface="Calibri"/>
              </a:rPr>
              <a:t>Paper 1 — MCQ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7063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50 multiple-choice questions under a countdown timer (e.g. 1 hour for Biology). Answer all 50, then submit.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02152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511296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A0"/>
                </a:solidFill>
                <a:latin typeface="Calibri"/>
              </a:rPr>
              <a:t>Paper 2 — Essay/Theory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67911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Written questions appear one section at a time. Type your answers in the text boxes. Submit when done or when the timer runs out — it auto-submits.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99432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4608576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A0"/>
                </a:solidFill>
                <a:latin typeface="Calibri"/>
              </a:rPr>
              <a:t>Paper 3 — Practical (where applicable)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6519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Written practical-style questions for Biology, Chemistry, Physics, and Geography. Answer in the text boxes.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696712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5705855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669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A0"/>
                </a:solidFill>
                <a:latin typeface="Calibri"/>
              </a:rPr>
              <a:t>Results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6062471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After the final paper, Claude AI marks your essays against the official WASSCE mark scheme and gives you detailed feedback.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607040" cy="347472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0C0"/>
                </a:solidFill>
                <a:latin typeface="Calibri"/>
              </a:rPr>
              <a:t>⏱  A countdown timer is always visible. Warnings appear at 15 minutes and 5 minutes remaining. AUTO-SAVE protects your work if you lose connection.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 4 — UNDERSTANDING YOUR AI MARKING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340"/>
                </a:solidFill>
                <a:latin typeface="Calibri"/>
              </a:rPr>
              <a:t>After submitting your mock exam, the results screen shows you everything: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📊 Your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1051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Your total score for each paper (e.g. 38/50 for Paper 1) and an overall percentage grade (A1, B2, C4,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607040" cy="86868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✅ MCQ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7063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For Paper 1 — see exactly which questions you got right and wrong, the correct answer highlighted, and a written explanation.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721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📝 Essay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73075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For Paper 2 and 3 essays — the AI gives you: marks awarded (e.g. 14/20), a justification, what you did well (Strengths), and what was missing (Missing Points).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0607040" cy="86868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81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💡 Model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9087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Where available, a model answer is shown side-by-side with your answer so you can compare your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641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📈 View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65099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Click 'View Progress' to see your score trend over time. Are you improving? Which subjects need more work?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6070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🏆  GRADE KEY:  A1 = 75%+   B2 = 70%   B3 = 65%   C4 = 60%   C5 = 55%   C6 = 50%   D7 = 45%   E8 = 40%   F9 = Below 40%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99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5 — AI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E599"/>
                </a:solidFill>
                <a:latin typeface="Calibri"/>
              </a:rPr>
              <a:t>Stuck on a topic? Get a clear explanation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How to use the AI Tutor: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215798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762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Click 'AI Tutor' in the navigation menu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816352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346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Select your subject from the dropdown (e.g. Biology)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3474720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930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Type your question in the chat box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4133087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5137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Press Enter or click the ➤ button to send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782312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4791456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0974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AI Tutor will reply with a clear, curriculum-aligned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40679"/>
            <a:ext cx="502920" cy="502920"/>
          </a:xfrm>
          <a:prstGeom prst="ellipse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" y="5449823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6811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 can follow up with more questions in the same chat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Example questions to try: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148840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"Explain photosynthesis step by step"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807208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28529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"How do I solve a quadratic equation?"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465576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3511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"What is the difference between osmosis and diffusion?"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123944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416966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"Explain the causes of rural-urban migration in West Africa"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782312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482803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"How do I write a good WASSCE formal letter?"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5440679"/>
            <a:ext cx="5029200" cy="548640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5486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599"/>
                </a:solidFill>
                <a:latin typeface="Calibri"/>
              </a:rPr>
              <a:t>"What is elasticity of demand in Economics?"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309360"/>
            <a:ext cx="10607040" cy="475488"/>
          </a:xfrm>
          <a:prstGeom prst="rect">
            <a:avLst/>
          </a:prstGeom>
          <a:solidFill>
            <a:srgbClr val="1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63367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B01F"/>
                </a:solidFill>
                <a:latin typeface="Calibri"/>
              </a:rPr>
              <a:t>⚠️  USAGE LIMIT: The AI Tutor allows 10 questions per 8-hour window to keep the service available for all students. Your remaining questions are shown at the top of the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6 — PAST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340"/>
                </a:solidFill>
                <a:latin typeface="Calibri"/>
              </a:rPr>
              <a:t>Access official WASSCE exam papers from previous years — all in one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8368" y="18745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8366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Navigate to Past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67128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Click 'Past Papers' in the navigation menu to open the archive.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0607040" cy="86868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368" y="28346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84378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Filter to find your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Use the dropdown menus to filter by Subject, Year, and Paper Number (Paper 1, 2, or 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" y="37947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380390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View the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87368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Click '👁 View Paper' to open the PDF in a built-in reader right in your browser — no download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10607040" cy="86868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368" y="47548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76402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Download for offline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47488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Click the ⬇ download button to save the PDF to your device for offline reading.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0607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8368" y="57150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5724144"/>
            <a:ext cx="484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Attempt in Practice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07608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For Paper 1 past papers, click '📝 Attempt in Practice Mode' to practice those exact questions interactively.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73952"/>
            <a:ext cx="106070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64922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📚  Past papers are uploaded by administrators. New papers are added regularly. Check back often!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7 — TRACKING YOUR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EEDA"/>
                </a:solidFill>
                <a:latin typeface="Calibri"/>
              </a:rPr>
              <a:t>Your Progress page shows you how you're improving over time: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📊 Score Trend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line graph showing your score % across your last sessions — are you going up?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🏆 Total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many practice and mock exam sessions you have completed in total.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❓ Questions Answered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Total number of MCQ questions you have attempted across all subjects.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5468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📈 Overall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average score percentage across all completed sessions.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4709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⭐ Best Subject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6636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subject where your average score is highest — play to your strengths!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617720"/>
            <a:ext cx="5303520" cy="12801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📚 Subject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6636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bar for each subject showing your average score and number of sessions.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55080"/>
            <a:ext cx="10607040" cy="41148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3825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💡 Tip: To improve your scores, aim to practice at least 3 subjects every day. After each mock exam, read the AI feedback carefully — it tells you exactly what to study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340"/>
                </a:solidFill>
                <a:latin typeface="Calibri"/>
              </a:rPr>
              <a:t>TIPS FOR WASSCE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🗓️ Practice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Set a goal to do at least 20 MCQ questions every day. Consistent small sessions beat cramming.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⏱️ Take Mock Exams 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Sit one subject mock exam every day in the week before your WASSCE. Build your time management skills.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0358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📖 Read Every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474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When you get a question wrong, ALWAYS read the explanation. Understanding WHY is more important than just knowing the answer.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0358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🤖 Use AI Tutor After Exams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After a mock exam, use the AI Tutor to ask follow-up questions about topics where you scored poorly.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7731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📄 Study Past 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21207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Look at past WASSCE papers for your subjects. The exam format and style of questions stays consistent year to year.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663440"/>
            <a:ext cx="64008" cy="15544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7731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340"/>
                </a:solidFill>
                <a:latin typeface="Calibri"/>
              </a:rPr>
              <a:t>💪 Don't Panic About 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1207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Your first mock exam score may be low — that is fine. Every session teaches you something. Progress takes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6070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64739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🌟  You've got this! WasscePrep is here every step of the way. Good luck in your WASSCE!  •  wassceprep.netlify.app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1593</Words>
  <Application>Microsoft Macintosh PowerPoint</Application>
  <PresentationFormat>Widescreen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2026-03-31T21:23:59Z</dcterms:modified>
  <cp:category/>
</cp:coreProperties>
</file>